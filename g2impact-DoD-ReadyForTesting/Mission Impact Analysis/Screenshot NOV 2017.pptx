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3"/>
  </p:normalViewPr>
  <p:slideViewPr>
    <p:cSldViewPr snapToGrid="0" snapToObjects="1">
      <p:cViewPr varScale="1">
        <p:scale>
          <a:sx n="83" d="100"/>
          <a:sy n="83" d="100"/>
        </p:scale>
        <p:origin x="9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714937" y="1600201"/>
            <a:ext cx="1097565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45366" y="1305192"/>
            <a:ext cx="10701267" cy="0"/>
          </a:xfrm>
          <a:prstGeom prst="line">
            <a:avLst/>
          </a:prstGeom>
          <a:ln w="19050" cap="rnd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937" y="1600202"/>
            <a:ext cx="10972801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477360"/>
            <a:ext cx="10972801" cy="548640"/>
          </a:xfrm>
        </p:spPr>
        <p:txBody>
          <a:bodyPr tIns="0" bIns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1600202"/>
            <a:ext cx="10975658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95882" y="1047184"/>
            <a:ext cx="10975658" cy="365760"/>
          </a:xfrm>
        </p:spPr>
        <p:txBody>
          <a:bodyPr lIns="0" tIns="0" rIns="0" bIns="0"/>
          <a:lstStyle>
            <a:lvl1pPr marL="0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890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45366" y="1305192"/>
            <a:ext cx="10701267" cy="0"/>
          </a:xfrm>
          <a:prstGeom prst="line">
            <a:avLst/>
          </a:prstGeom>
          <a:ln w="19050" cap="rnd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477360"/>
            <a:ext cx="10972801" cy="548640"/>
          </a:xfrm>
        </p:spPr>
        <p:txBody>
          <a:bodyPr tIns="0" bIns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890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95882" y="1047184"/>
            <a:ext cx="10975658" cy="365760"/>
          </a:xfrm>
        </p:spPr>
        <p:txBody>
          <a:bodyPr lIns="0" tIns="0" rIns="0" bIns="0"/>
          <a:lstStyle>
            <a:lvl1pPr marL="0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477360"/>
            <a:ext cx="10972801" cy="548640"/>
          </a:xfrm>
        </p:spPr>
        <p:txBody>
          <a:bodyPr tIns="0" bIns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890" y="1600202"/>
            <a:ext cx="503051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1600202"/>
            <a:ext cx="5945148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6258" y="1789974"/>
            <a:ext cx="3109770" cy="4525963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0" indent="-182880">
              <a:buFont typeface="Arial" panose="020B0604020202020204" pitchFamily="34" charset="0"/>
              <a:buChar char="•"/>
              <a:defRPr sz="1800"/>
            </a:lvl2pPr>
            <a:lvl3pPr marL="457200" indent="-182880">
              <a:buFont typeface="Arial" panose="020B0604020202020204" pitchFamily="34" charset="0"/>
              <a:buChar char="–"/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506801" y="1600201"/>
            <a:ext cx="0" cy="4572000"/>
          </a:xfrm>
          <a:prstGeom prst="line">
            <a:avLst/>
          </a:prstGeom>
          <a:ln w="1905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1200150"/>
            <a:ext cx="4573191" cy="1626492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937" y="3148687"/>
            <a:ext cx="6402467" cy="2834640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1890" y="1200150"/>
            <a:ext cx="4573191" cy="1626492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70945" y="3148687"/>
            <a:ext cx="4573191" cy="2834640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411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2835378" cy="162649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5" y="3120112"/>
            <a:ext cx="2835378" cy="283464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9940" y="6392175"/>
            <a:ext cx="14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-50" dirty="0">
                <a:solidFill>
                  <a:schemeClr val="bg1"/>
                </a:solidFill>
              </a:rPr>
              <a:t>G2</a:t>
            </a:r>
            <a:r>
              <a:rPr lang="en-US" sz="1200" spc="-50" baseline="0" dirty="0">
                <a:solidFill>
                  <a:schemeClr val="bg1"/>
                </a:solidFill>
              </a:rPr>
              <a:t> OPS | JULY 2017</a:t>
            </a:r>
            <a:endParaRPr lang="en-US" sz="1200" spc="-50" dirty="0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548108"/>
            <a:ext cx="2835378" cy="457200"/>
          </a:xfrm>
        </p:spPr>
        <p:txBody>
          <a:bodyPr lIns="91440" tIns="0" rIns="91440" bIns="0"/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115745" y="0"/>
            <a:ext cx="8076255" cy="6858000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0269" y="1200150"/>
            <a:ext cx="2743915" cy="1626492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49324" y="3148687"/>
            <a:ext cx="2743915" cy="2834640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076255" cy="6858000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867463" y="2848242"/>
            <a:ext cx="2588426" cy="0"/>
          </a:xfrm>
          <a:prstGeom prst="line">
            <a:avLst/>
          </a:prstGeom>
          <a:ln w="19050" cap="rnd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9940" y="6392175"/>
            <a:ext cx="14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-50" dirty="0">
                <a:solidFill>
                  <a:schemeClr val="bg1"/>
                </a:solidFill>
              </a:rPr>
              <a:t>G2</a:t>
            </a:r>
            <a:r>
              <a:rPr lang="en-US" sz="1200" spc="-50" baseline="0" dirty="0">
                <a:solidFill>
                  <a:schemeClr val="bg1"/>
                </a:solidFill>
              </a:rPr>
              <a:t> OPS | JULY 2017</a:t>
            </a:r>
            <a:endParaRPr lang="en-US" sz="1200" spc="-50" dirty="0">
              <a:solidFill>
                <a:schemeClr val="bg1"/>
              </a:solidFill>
            </a:endParaRPr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937" y="1375618"/>
            <a:ext cx="5030510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4937" y="2015380"/>
            <a:ext cx="503051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890" y="1375618"/>
            <a:ext cx="5030510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890" y="2015380"/>
            <a:ext cx="503051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882" y="477360"/>
            <a:ext cx="10972801" cy="548640"/>
          </a:xfrm>
        </p:spPr>
        <p:txBody>
          <a:bodyPr tIns="0" bIns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95882" y="1047184"/>
            <a:ext cx="10975658" cy="365760"/>
          </a:xfrm>
        </p:spPr>
        <p:txBody>
          <a:bodyPr lIns="0" tIns="0" rIns="0" bIns="0"/>
          <a:lstStyle>
            <a:lvl1pPr marL="0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0414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06" y="809688"/>
            <a:ext cx="7317105" cy="13620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06" y="2225260"/>
            <a:ext cx="7317105" cy="1500187"/>
          </a:xfrm>
        </p:spPr>
        <p:txBody>
          <a:bodyPr anchor="t">
            <a:no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958187"/>
            <a:ext cx="1115517" cy="18288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0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06" y="809688"/>
            <a:ext cx="7317105" cy="13620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06" y="2225260"/>
            <a:ext cx="7317105" cy="1500187"/>
          </a:xfrm>
        </p:spPr>
        <p:txBody>
          <a:bodyPr anchor="t">
            <a:noAutofit/>
          </a:bodyPr>
          <a:lstStyle>
            <a:lvl1pPr marL="0" indent="0">
              <a:buNone/>
              <a:defRPr sz="1800" i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958187"/>
            <a:ext cx="1115516" cy="18288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0414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06" y="809688"/>
            <a:ext cx="7317105" cy="13620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06" y="2225260"/>
            <a:ext cx="7317105" cy="1500187"/>
          </a:xfrm>
        </p:spPr>
        <p:txBody>
          <a:bodyPr anchor="t">
            <a:noAutofit/>
          </a:bodyPr>
          <a:lstStyle>
            <a:lvl1pPr marL="0" indent="0">
              <a:buNone/>
              <a:defRPr sz="1800" i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958187"/>
            <a:ext cx="1115516" cy="18288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0413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06" y="809688"/>
            <a:ext cx="7317105" cy="13620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06" y="2225260"/>
            <a:ext cx="7317105" cy="1500187"/>
          </a:xfrm>
        </p:spPr>
        <p:txBody>
          <a:bodyPr anchor="t">
            <a:noAutofit/>
          </a:bodyPr>
          <a:lstStyle>
            <a:lvl1pPr marL="0" indent="0">
              <a:buNone/>
              <a:defRPr sz="1800" i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958187"/>
            <a:ext cx="1115516" cy="18288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L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0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06" y="809688"/>
            <a:ext cx="7317105" cy="13620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06" y="2225260"/>
            <a:ext cx="7317105" cy="1500187"/>
          </a:xfrm>
        </p:spPr>
        <p:txBody>
          <a:bodyPr anchor="t">
            <a:noAutofit/>
          </a:bodyPr>
          <a:lstStyle>
            <a:lvl1pPr marL="0" indent="0">
              <a:buNone/>
              <a:defRPr sz="1800" i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958187"/>
            <a:ext cx="1115516" cy="18288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1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773479"/>
            <a:ext cx="2242185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12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773479"/>
            <a:ext cx="2242185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0414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5" y="5773479"/>
            <a:ext cx="2242185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0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tx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4" y="5773479"/>
            <a:ext cx="2242184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0414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tx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4" y="5773479"/>
            <a:ext cx="2242184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0413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tx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4" y="5773479"/>
            <a:ext cx="2242184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L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64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259" y="1949279"/>
            <a:ext cx="7317105" cy="192024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59" y="4127745"/>
            <a:ext cx="7317105" cy="1188720"/>
          </a:xfrm>
        </p:spPr>
        <p:txBody>
          <a:bodyPr>
            <a:noAutofit/>
          </a:bodyPr>
          <a:lstStyle>
            <a:lvl1pPr marL="0" indent="0" algn="l">
              <a:buNone/>
              <a:defRPr sz="1800" i="1">
                <a:solidFill>
                  <a:schemeClr val="tx1"/>
                </a:solidFill>
                <a:latin typeface="Ubuntu" panose="020B05040306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84" y="5773479"/>
            <a:ext cx="2242184" cy="367588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64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1604" y="3200400"/>
            <a:ext cx="2788793" cy="45720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882" y="248760"/>
            <a:ext cx="10972801" cy="82296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937" y="1600202"/>
            <a:ext cx="10972801" cy="45259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59940" y="6392175"/>
            <a:ext cx="14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-50" dirty="0">
                <a:solidFill>
                  <a:schemeClr val="accent1"/>
                </a:solidFill>
              </a:rPr>
              <a:t>G2</a:t>
            </a:r>
            <a:r>
              <a:rPr lang="en-US" sz="1200" spc="-50" baseline="0" dirty="0">
                <a:solidFill>
                  <a:schemeClr val="accent1"/>
                </a:solidFill>
              </a:rPr>
              <a:t> OPS | JULY 2017</a:t>
            </a:r>
            <a:endParaRPr lang="en-US" sz="1200" spc="-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58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Clipping">
            <a:extLst>
              <a:ext uri="{FF2B5EF4-FFF2-40B4-BE49-F238E27FC236}">
                <a16:creationId xmlns:a16="http://schemas.microsoft.com/office/drawing/2014/main" id="{F1081E42-7435-40A6-830F-42C6BAFB6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79"/>
            <a:ext cx="12192000" cy="61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Clipping">
            <a:extLst>
              <a:ext uri="{FF2B5EF4-FFF2-40B4-BE49-F238E27FC236}">
                <a16:creationId xmlns:a16="http://schemas.microsoft.com/office/drawing/2014/main" id="{2702544A-B248-4170-A61C-6583ED74D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976"/>
            <a:ext cx="12192000" cy="60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10164"/>
      </p:ext>
    </p:extLst>
  </p:cSld>
  <p:clrMapOvr>
    <a:masterClrMapping/>
  </p:clrMapOvr>
</p:sld>
</file>

<file path=ppt/theme/theme1.xml><?xml version="1.0" encoding="utf-8"?>
<a:theme xmlns:a="http://schemas.openxmlformats.org/drawingml/2006/main" name="G2 OPS Corporate Template">
  <a:themeElements>
    <a:clrScheme name="G2 OPS">
      <a:dk1>
        <a:srgbClr val="595A5C"/>
      </a:dk1>
      <a:lt1>
        <a:sysClr val="window" lastClr="FFFFFF"/>
      </a:lt1>
      <a:dk2>
        <a:srgbClr val="28637E"/>
      </a:dk2>
      <a:lt2>
        <a:srgbClr val="F5F9FA"/>
      </a:lt2>
      <a:accent1>
        <a:srgbClr val="C44900"/>
      </a:accent1>
      <a:accent2>
        <a:srgbClr val="595A5C"/>
      </a:accent2>
      <a:accent3>
        <a:srgbClr val="BBBDBF"/>
      </a:accent3>
      <a:accent4>
        <a:srgbClr val="DEDEDE"/>
      </a:accent4>
      <a:accent5>
        <a:srgbClr val="28637E"/>
      </a:accent5>
      <a:accent6>
        <a:srgbClr val="000000"/>
      </a:accent6>
      <a:hlink>
        <a:srgbClr val="C44900"/>
      </a:hlink>
      <a:folHlink>
        <a:srgbClr val="58595B"/>
      </a:folHlink>
    </a:clrScheme>
    <a:fontScheme name="G2OPS">
      <a:majorFont>
        <a:latin typeface="Roboto Light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G2OPS_PowerPoint_Template</Template>
  <TotalTime>28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Roboto Light</vt:lpstr>
      <vt:lpstr>Ubuntu</vt:lpstr>
      <vt:lpstr>G2 OPS Corporate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Watkins</dc:creator>
  <cp:lastModifiedBy>Corren M.</cp:lastModifiedBy>
  <cp:revision>6</cp:revision>
  <cp:lastPrinted>2017-11-07T14:58:17Z</cp:lastPrinted>
  <dcterms:created xsi:type="dcterms:W3CDTF">2017-11-06T17:14:11Z</dcterms:created>
  <dcterms:modified xsi:type="dcterms:W3CDTF">2018-01-18T00:56:59Z</dcterms:modified>
</cp:coreProperties>
</file>